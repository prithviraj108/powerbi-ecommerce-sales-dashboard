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5C4D-5635-4741-BB97-CF110B549BDA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82DA-E480-495B-A45C-DCAD3527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980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5C4D-5635-4741-BB97-CF110B549BDA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82DA-E480-495B-A45C-DCAD3527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35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5C4D-5635-4741-BB97-CF110B549BDA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82DA-E480-495B-A45C-DCAD3527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69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5C4D-5635-4741-BB97-CF110B549BDA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82DA-E480-495B-A45C-DCAD3527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37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5C4D-5635-4741-BB97-CF110B549BDA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82DA-E480-495B-A45C-DCAD3527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14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5C4D-5635-4741-BB97-CF110B549BDA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82DA-E480-495B-A45C-DCAD3527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335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5C4D-5635-4741-BB97-CF110B549BDA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82DA-E480-495B-A45C-DCAD3527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04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5C4D-5635-4741-BB97-CF110B549BDA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82DA-E480-495B-A45C-DCAD3527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29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5C4D-5635-4741-BB97-CF110B549BDA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82DA-E480-495B-A45C-DCAD3527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67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5C4D-5635-4741-BB97-CF110B549BDA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82DA-E480-495B-A45C-DCAD3527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07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E5C4D-5635-4741-BB97-CF110B549BDA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382DA-E480-495B-A45C-DCAD3527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462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9E5C4D-5635-4741-BB97-CF110B549BDA}" type="datetimeFigureOut">
              <a:rPr lang="en-US" smtClean="0"/>
              <a:t>25-Nov-24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382DA-E480-495B-A45C-DCAD352751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278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390A4-A376-C159-5B57-9E27C5392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8341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C000"/>
                </a:solidFill>
                <a:latin typeface="Algerian" panose="04020705040A02060702" pitchFamily="82" charset="0"/>
              </a:rPr>
              <a:t>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DD8E2-247B-6068-EEF2-8D25887B6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84206"/>
            <a:ext cx="9144000" cy="2507226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a eCommerce sales dashboard created using Power BI, featuring visual insights into sales, profits, and other performance metrics. 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Below are key insights derived from the dashboard:</a:t>
            </a:r>
          </a:p>
        </p:txBody>
      </p:sp>
    </p:spTree>
    <p:extLst>
      <p:ext uri="{BB962C8B-B14F-4D97-AF65-F5344CB8AC3E}">
        <p14:creationId xmlns:p14="http://schemas.microsoft.com/office/powerpoint/2010/main" val="2272639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6186833-1AFF-790A-DFA3-0522A574BB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1" y="1026757"/>
            <a:ext cx="1049020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Profit Trends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dashboard visualizes monthly profits, with no clear peak or trough identified in the excerpt.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Product Categories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quantities are dominated by clothing, accounting for 63% of the total, followed by electronics and furniture at 21% and 17%, respectively.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Payment Modes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Cash on Delivery (COD) is the most popular payment mode at 44%.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Other payment modes include UPI (21%), EMI (13%), Debit Cards (12%), and Credit Cards (10%).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524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542C29F9-8BF5-D769-DF6B-D2475E96E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1" y="191127"/>
            <a:ext cx="10375900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State-Wise Sales Distribution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Maharashtra appears to lead in terms of sales amount, followed by Madhya Pradesh, Uttar Pradesh, and Delhi.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Customer Insights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Harivansh, Madhav, Madan Mohan, Shiva,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Vishakha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highlighted as valuable customers, likely based on their purchase history or transaction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Quarterly Performance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data is broken down into quarterly figures, but specifics were not included in the excerpt.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Top Sub-Categories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Products like printers, bookcases, sarees, accessories, and tables are leading sub-categories based on profits.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7877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</TotalTime>
  <Words>229</Words>
  <Application>Microsoft Office PowerPoint</Application>
  <PresentationFormat>Widescreen</PresentationFormat>
  <Paragraphs>19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Algerian</vt:lpstr>
      <vt:lpstr>Arial</vt:lpstr>
      <vt:lpstr>Calibri</vt:lpstr>
      <vt:lpstr>Calibri Light</vt:lpstr>
      <vt:lpstr>Office Theme</vt:lpstr>
      <vt:lpstr>Insights</vt:lpstr>
      <vt:lpstr>Profit Trends: The dashboard visualizes monthly profits, with no clear peak or trough identified in the excerpt.  Product Categories: Sales quantities are dominated by clothing, accounting for 63% of the total, followed by electronics and furniture at 21% and 17%, respectively.  Payment Modes: Cash on Delivery (COD) is the most popular payment mode at 44%. Other payment modes include UPI (21%), EMI (13%), Debit Cards (12%), and Credit Cards (10%). </vt:lpstr>
      <vt:lpstr>State-Wise Sales Distribution: Maharashtra appears to lead in terms of sales amount, followed by Madhya Pradesh, Uttar Pradesh, and Delhi.  Customer Insights: Harivansh, Madhav, Madan Mohan, Shiva, and Vishakha are highlighted as valuable customers, likely based on their purchase history or transaction value.  Quarterly Performance: Profit data is broken down into quarterly figures, but specifics were not included in the excerpt.  Top Sub-Categories: Products like printers, bookcases, sarees, accessories, and tables are leading sub-categories based on profits.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prithviraj shukla</dc:creator>
  <cp:lastModifiedBy>prithviraj shukla</cp:lastModifiedBy>
  <cp:revision>2</cp:revision>
  <dcterms:created xsi:type="dcterms:W3CDTF">2024-11-25T10:39:03Z</dcterms:created>
  <dcterms:modified xsi:type="dcterms:W3CDTF">2024-11-25T12:50:12Z</dcterms:modified>
</cp:coreProperties>
</file>